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5D3DF"/>
                </a:solidFill>
                <a:latin typeface="Aptos"/>
              </a:defRPr>
            </a:pPr>
            <a:r>
              <a:t>DATA VISUALIZATION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5156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EF4FF"/>
                </a:solidFill>
                <a:latin typeface="Aptos"/>
              </a:defRPr>
            </a:pPr>
            <a:r>
              <a:rPr lang="en-IN" dirty="0"/>
              <a:t>Air Quality Dashboard for</a:t>
            </a:r>
          </a:p>
          <a:p>
            <a:pPr algn="l">
              <a:defRPr sz="3400" b="1">
                <a:solidFill>
                  <a:srgbClr val="EEF4FF"/>
                </a:solidFill>
                <a:latin typeface="Aptos"/>
              </a:defRPr>
            </a:pPr>
            <a:r>
              <a:rPr lang="en-IN" dirty="0"/>
              <a:t>Mumbai 2018-2020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58952" y="28803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FB0C7"/>
                </a:solidFill>
                <a:latin typeface="Aptos"/>
              </a:defRPr>
            </a:pPr>
            <a:r>
              <a:t>Historical AQI analysis • Random Forest regression • Interactive Power BI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69080"/>
            <a:ext cx="10698480" cy="141732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4233672"/>
            <a:ext cx="10296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5D3DF"/>
                </a:solidFill>
                <a:latin typeface="Aptos"/>
              </a:defRPr>
            </a:pPr>
            <a:r>
              <a:t>TEAM &amp;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636008"/>
            <a:ext cx="10296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F4FF"/>
                </a:solidFill>
                <a:latin typeface="Aptos"/>
              </a:defRPr>
            </a:pPr>
            <a:r>
              <a:t>Raghav Chandak (I012) — Ideation, presentation and report preparation</a:t>
            </a:r>
            <a:br/>
            <a:r>
              <a:t>Shubham Jatania (I034) — Power BI dashboard</a:t>
            </a:r>
            <a:br/>
            <a:r>
              <a:t>Kabir Goswami (I026) — ML notebook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FB0C7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3DF"/>
                </a:solidFill>
                <a:latin typeface="Aptos"/>
              </a:defRPr>
            </a:pPr>
            <a:r>
              <a:t>01 ·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EF4FF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FB0C7"/>
                </a:solidFill>
                <a:latin typeface="Aptos"/>
              </a:defRPr>
            </a:pPr>
            <a:r>
              <a:t>Turn raw multi-pollutant readings into an interpretable analytical 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349240" cy="352044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2039112"/>
            <a:ext cx="49469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5D3DF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441448"/>
            <a:ext cx="4946903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EF4FF"/>
                </a:solidFill>
                <a:latin typeface="Aptos"/>
              </a:defRPr>
            </a:pPr>
            <a:r>
              <a:t>Raw station-day data are difficult to interpret at a glance.</a:t>
            </a:r>
            <a:br/>
            <a:br/>
            <a:r>
              <a:t>Missing values, multiple pollutants, time variation and station metadata complicate comparison.</a:t>
            </a:r>
            <a:br/>
            <a:br/>
            <a:r>
              <a:t>The task: prepare, explore, estimate and communicate AQI patterns without overstating what the data can prove.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74519"/>
            <a:ext cx="5349240" cy="352044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2039112"/>
            <a:ext cx="49469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687F5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441448"/>
            <a:ext cx="4946903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F4FF"/>
                </a:solidFill>
                <a:latin typeface="Aptos"/>
              </a:defRPr>
            </a:pPr>
            <a:r>
              <a:t>• Clean and validate the station-day dataset</a:t>
            </a:r>
            <a:br/>
            <a:r>
              <a:t>• Explore AQI, pollutants, time and station differences</a:t>
            </a:r>
            <a:br/>
            <a:r>
              <a:t>• Train a Random Forest regression baseline</a:t>
            </a:r>
            <a:br/>
            <a:r>
              <a:t>• Evaluate held-out predictions using MAE/RMSE</a:t>
            </a:r>
            <a:br/>
            <a:r>
              <a:t>• Deliver an interactive one-page Power BI dashboard</a:t>
            </a:r>
            <a:br/>
            <a:r>
              <a:t>• Clearly report coverage and modelling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FB0C7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3DF"/>
                </a:solidFill>
                <a:latin typeface="Aptos"/>
              </a:defRPr>
            </a:pPr>
            <a:r>
              <a:t>02 ·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EF4FF"/>
                </a:solidFill>
                <a:latin typeface="Aptos"/>
              </a:defRPr>
            </a:pPr>
            <a:r>
              <a:t>Dataset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FB0C7"/>
                </a:solidFill>
                <a:latin typeface="Aptos"/>
              </a:defRPr>
            </a:pPr>
            <a:r>
              <a:t>Facts below describe the final Power BI CSV, not the full source archive.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2606040" cy="123444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84831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5D3DF"/>
                </a:solidFill>
                <a:latin typeface="Aptos"/>
              </a:defRPr>
            </a:pPr>
            <a:r>
              <a:t>3,872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15184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FB0C7"/>
                </a:solidFill>
                <a:latin typeface="Aptos"/>
              </a:defRPr>
            </a:pPr>
            <a:r>
              <a:t>station-day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874519"/>
            <a:ext cx="2606040" cy="123444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599" y="2084831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5D3D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9" y="2615184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FB0C7"/>
                </a:solidFill>
                <a:latin typeface="Aptos"/>
              </a:defRPr>
            </a:pPr>
            <a:r>
              <a:t>station IDs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74519"/>
            <a:ext cx="2606040" cy="123444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084831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5D3DF"/>
                </a:solidFill>
                <a:latin typeface="Aptos"/>
              </a:defRPr>
            </a:pPr>
            <a:r>
              <a:t>103.1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615184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FB0C7"/>
                </a:solidFill>
                <a:latin typeface="Aptos"/>
              </a:defRPr>
            </a:pPr>
            <a:r>
              <a:t>mean AQI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59" y="1874519"/>
            <a:ext cx="2606040" cy="123444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19" y="2084831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5D3DF"/>
                </a:solidFill>
                <a:latin typeface="Aptos"/>
              </a:defRPr>
            </a:pPr>
            <a:r>
              <a:t>323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19" y="2615184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FB0C7"/>
                </a:solidFill>
                <a:latin typeface="Aptos"/>
              </a:defRPr>
            </a:pPr>
            <a:r>
              <a:t>maximum AQI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5349240" cy="160020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639312"/>
            <a:ext cx="49469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687F5"/>
                </a:solidFill>
                <a:latin typeface="Aptos"/>
              </a:defRPr>
            </a:pPr>
            <a:r>
              <a:t>DATE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041648"/>
            <a:ext cx="494690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F4FF"/>
                </a:solidFill>
                <a:latin typeface="Aptos"/>
              </a:defRPr>
            </a:pPr>
            <a:r>
              <a:t>07 May 2018 to 01 July 2020</a:t>
            </a:r>
            <a:br/>
            <a:r>
              <a:t>Mean PM2.5: 36.67  |  Mean PM10: 90.36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474720"/>
            <a:ext cx="5349240" cy="160020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639312"/>
            <a:ext cx="49469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8C45"/>
                </a:solidFill>
                <a:latin typeface="Aptos"/>
              </a:defRPr>
            </a:pPr>
            <a:r>
              <a:t>SCOPE WARNING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041648"/>
            <a:ext cx="494690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F4FF"/>
                </a:solidFill>
                <a:latin typeface="Aptos"/>
              </a:defRPr>
            </a:pPr>
            <a:r>
              <a:t>Final CSV contains Mumbai rows only. No historical Navi Mumbai observations are present, so a two-city comparison is not supported.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32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FB0C7"/>
                </a:solidFill>
                <a:latin typeface="Aptos"/>
              </a:defRPr>
            </a:pPr>
            <a:r>
              <a:t>Source basis: Air Quality Data in India (Kaggle) + station metadata + coordinate table; coordinate precision varies by station.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FB0C7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3DF"/>
                </a:solidFill>
                <a:latin typeface="Aptos"/>
              </a:defRPr>
            </a:pPr>
            <a:r>
              <a:t>03 ·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EF4FF"/>
                </a:solidFill>
                <a:latin typeface="Aptos"/>
              </a:defRPr>
            </a:pPr>
            <a:r>
              <a:t>Existing research &amp;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FB0C7"/>
                </a:solidFill>
                <a:latin typeface="Aptos"/>
              </a:defRPr>
            </a:pPr>
            <a:r>
              <a:t>The project combines established AQI communication standards with a practical tabular ML baseline.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66160" cy="347472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993392"/>
            <a:ext cx="3163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5D3DF"/>
                </a:solidFill>
                <a:latin typeface="Aptos"/>
              </a:defRPr>
            </a:pPr>
            <a:r>
              <a:t>CPCB · AQI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95728"/>
            <a:ext cx="316382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F4FF"/>
                </a:solidFill>
                <a:latin typeface="Aptos"/>
              </a:defRPr>
            </a:pPr>
            <a:r>
              <a:t>AQI compresses pollutant sub-indices into a single number and six public-facing categories. The highest valid pollutant sub-index determines the reported AQI.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566160" cy="347472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993392"/>
            <a:ext cx="3163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687F5"/>
                </a:solidFill>
                <a:latin typeface="Aptos"/>
              </a:defRPr>
            </a:pPr>
            <a:r>
              <a:t>WHO · HEALTH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395728"/>
            <a:ext cx="316382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F4FF"/>
                </a:solidFill>
                <a:latin typeface="Aptos"/>
              </a:defRPr>
            </a:pPr>
            <a:r>
              <a:t>WHO's 2021 air-quality guidelines synthesise evidence for PM2.5, PM10, ozone, NO₂, SO₂ and CO. Monitoring matters; this project does not estimate health outcomes.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520440" cy="347472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7888" y="1993392"/>
            <a:ext cx="3118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C77A"/>
                </a:solidFill>
                <a:latin typeface="Aptos"/>
              </a:defRPr>
            </a:pPr>
            <a:r>
              <a:t>ML LITERATURE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395728"/>
            <a:ext cx="311810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F4FF"/>
                </a:solidFill>
                <a:latin typeface="Aptos"/>
              </a:defRPr>
            </a:pPr>
            <a:r>
              <a:t>Survey research covers Random Forest, SVM, neural networks and time-series models. Tree ensembles are useful for structured nonlinear data; forecasting requires time-aware validation.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669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FB0C7"/>
                </a:solidFill>
                <a:latin typeface="Aptos"/>
              </a:defRPr>
            </a:pPr>
            <a:r>
              <a:t>References: CPCB About AQI; WHO (2021); Méndez et al. (2023); Science of the Total Environment review (2025).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FB0C7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3DF"/>
                </a:solidFill>
                <a:latin typeface="Aptos"/>
              </a:defRPr>
            </a:pPr>
            <a:r>
              <a:t>04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EF4FF"/>
                </a:solidFill>
                <a:latin typeface="Aptos"/>
              </a:defRPr>
            </a:pPr>
            <a:r>
              <a:t>Workflow &amp;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FB0C7"/>
                </a:solidFill>
                <a:latin typeface="Aptos"/>
              </a:defRPr>
            </a:pPr>
            <a:r>
              <a:t>A reproducible pipeline from raw observations to model evaluation and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8C45"/>
                </a:solidFill>
                <a:latin typeface="Aptos"/>
              </a:defRPr>
            </a:pPr>
            <a:r>
              <a:t>This is same-day AQI estimation, not future AQI forecasting.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FB0C7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7ADED3-F842-5B15-8152-32B11BB67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26" y="1819656"/>
            <a:ext cx="10253134" cy="34177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3DF"/>
                </a:solidFill>
                <a:latin typeface="Aptos"/>
              </a:defRPr>
            </a:pPr>
            <a:r>
              <a:t>06 ·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5573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EF4FF"/>
                </a:solidFill>
                <a:latin typeface="Aptos"/>
              </a:defRPr>
            </a:pPr>
            <a:r>
              <a:rPr dirty="0"/>
              <a:t>Power BI: one-page analytical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FB0C7"/>
                </a:solidFill>
                <a:latin typeface="Aptos"/>
              </a:defRPr>
            </a:pPr>
            <a:r>
              <a:t>Designed to move from overall status to time, station, location and pollutant-level investigation.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FB0C7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D56D60-9E10-4C2B-D8B1-146A3A3204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45" t="13333" r="8657" b="6420"/>
          <a:stretch>
            <a:fillRect/>
          </a:stretch>
        </p:blipFill>
        <p:spPr>
          <a:xfrm>
            <a:off x="1532467" y="1721901"/>
            <a:ext cx="8771468" cy="4893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3DF"/>
                </a:solidFill>
                <a:latin typeface="Aptos"/>
              </a:defRPr>
            </a:pPr>
            <a:r>
              <a:t>07 ·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EF4FF"/>
                </a:solidFill>
                <a:latin typeface="Aptos"/>
              </a:defRPr>
            </a:pPr>
            <a:r>
              <a:t>Random Forest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FB0C7"/>
                </a:solidFill>
                <a:latin typeface="Aptos"/>
              </a:defRPr>
            </a:pPr>
            <a:r>
              <a:t>Metrics calculated from the supplied exported prediction/error columns; verify again if the model is retrained.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37560" cy="150876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99339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5D3DF"/>
                </a:solidFill>
                <a:latin typeface="Aptos"/>
              </a:defRPr>
            </a:pPr>
            <a:r>
              <a:rPr dirty="0"/>
              <a:t>8.05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95728"/>
            <a:ext cx="293522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F4FF"/>
                </a:solidFill>
                <a:latin typeface="Aptos"/>
              </a:defRPr>
            </a:pPr>
            <a:r>
              <a:t>Mean Absolute Error (AQI points)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37560" cy="150876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7" y="199339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687F5"/>
                </a:solidFill>
                <a:latin typeface="Aptos"/>
              </a:defRPr>
            </a:pPr>
            <a:r>
              <a:t>12.27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395728"/>
            <a:ext cx="293522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F4FF"/>
                </a:solidFill>
                <a:latin typeface="Aptos"/>
              </a:defRPr>
            </a:pPr>
            <a:r>
              <a:t>Root Mean Squared Error (AQI points)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337560" cy="150876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8" y="199339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C77A"/>
                </a:solidFill>
                <a:latin typeface="Aptos"/>
              </a:defRPr>
            </a:pPr>
            <a:r>
              <a:t>775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395728"/>
            <a:ext cx="293522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F4FF"/>
                </a:solidFill>
                <a:latin typeface="Aptos"/>
              </a:defRPr>
            </a:pPr>
            <a:r>
              <a:t>Rows with stored predictions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10744200" cy="150876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959352"/>
            <a:ext cx="10341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8C45"/>
                </a:solidFill>
                <a:latin typeface="Aptos"/>
              </a:defRPr>
            </a:pPr>
            <a:r>
              <a:t>INTERPRETATION &amp; CAUTION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361688"/>
            <a:ext cx="10341864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F4FF"/>
                </a:solidFill>
                <a:latin typeface="Aptos"/>
              </a:defRPr>
            </a:pPr>
            <a:r>
              <a:t>MAE is the average absolute error; RMSE penalises larger misses. Because AQI is itself derived from pollutant concentrations, predicting same-day AQI from those concentrations can yield optimistic performance and does not establish forecast skill.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FB0C7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3DF"/>
                </a:solidFill>
                <a:latin typeface="Aptos"/>
              </a:defRPr>
            </a:pPr>
            <a:r>
              <a:t>08 ·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EF4FF"/>
                </a:solidFill>
                <a:latin typeface="Aptos"/>
              </a:defRPr>
            </a:pPr>
            <a: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FB0C7"/>
                </a:solidFill>
                <a:latin typeface="Aptos"/>
              </a:defRPr>
            </a:pPr>
            <a:r>
              <a:t>The next iteration should improve geographic coverage and turn estimation into a genuine forecast.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49240" cy="361188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993392"/>
            <a:ext cx="49469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8C45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95728"/>
            <a:ext cx="4946903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F4FF"/>
                </a:solidFill>
                <a:latin typeface="Aptos"/>
              </a:defRPr>
            </a:pPr>
            <a:r>
              <a:t>• No Navi Mumbai observations in final CSV</a:t>
            </a:r>
            <a:br/>
            <a:r>
              <a:t>• Coverage only May 2018–July 2020</a:t>
            </a:r>
            <a:br/>
            <a:r>
              <a:t>• Missing values and uneven station coverage</a:t>
            </a:r>
            <a:br/>
            <a:r>
              <a:t>• Some coordinates are approximate</a:t>
            </a:r>
            <a:br/>
            <a:r>
              <a:t>• Same-day target dependency / leakage risk</a:t>
            </a:r>
            <a:br/>
            <a:r>
              <a:t>• No causal source attribution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49240" cy="361188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993392"/>
            <a:ext cx="49469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5D3DF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395728"/>
            <a:ext cx="4946903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F4FF"/>
                </a:solidFill>
                <a:latin typeface="Aptos"/>
              </a:defRPr>
            </a:pPr>
            <a:r>
              <a:t>• Acquire official Navi Mumbai historical data</a:t>
            </a:r>
            <a:br/>
            <a:r>
              <a:t>• Predict next-day AQI using lagged features</a:t>
            </a:r>
            <a:br/>
            <a:r>
              <a:t>• Compare against simple baselines and boosted trees</a:t>
            </a:r>
            <a:br/>
            <a:r>
              <a:t>• Add weather and traffic context</a:t>
            </a:r>
            <a:br/>
            <a:r>
              <a:t>• Use rolling-origin validation and uncertainty</a:t>
            </a:r>
            <a:br/>
            <a:r>
              <a:t>• Improve explainability and refresh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FB0C7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3DF"/>
                </a:solidFill>
                <a:latin typeface="Aptos"/>
              </a:defRPr>
            </a:pPr>
            <a:r>
              <a:t>09 ·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EF4FF"/>
                </a:solidFill>
                <a:latin typeface="Aptos"/>
              </a:defRPr>
            </a:pPr>
            <a:r>
              <a:t>Conclusion &amp; individual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FB0C7"/>
                </a:solidFill>
                <a:latin typeface="Aptos"/>
              </a:defRPr>
            </a:pPr>
            <a:r>
              <a:t>An integrated data-to-dashboard prototype, with explicit boundaries on interpretation.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657600" cy="342900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901952"/>
            <a:ext cx="3255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5D3DF"/>
                </a:solidFill>
                <a:latin typeface="Aptos"/>
              </a:defRPr>
            </a:pPr>
            <a:r>
              <a:t>RAGHAV CHANDAK · I012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04288"/>
            <a:ext cx="325526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F4FF"/>
                </a:solidFill>
                <a:latin typeface="Aptos"/>
              </a:defRPr>
            </a:pPr>
            <a:r>
              <a:t>Ideation</a:t>
            </a:r>
            <a:br/>
            <a:r>
              <a:t>Presentation</a:t>
            </a:r>
            <a:br/>
            <a:r>
              <a:t>Report preparation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737360"/>
            <a:ext cx="3474720" cy="342900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81728" y="190195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687F5"/>
                </a:solidFill>
                <a:latin typeface="Aptos"/>
              </a:defRPr>
            </a:pPr>
            <a:r>
              <a:t>SHUBHAM JATANIA · I034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304288"/>
            <a:ext cx="307238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F4FF"/>
                </a:solidFill>
                <a:latin typeface="Aptos"/>
              </a:defRPr>
            </a:pPr>
            <a:r>
              <a:t>Power BI dashboard</a:t>
            </a:r>
            <a:br/>
            <a:r>
              <a:t>Visual design</a:t>
            </a:r>
            <a:br/>
            <a:r>
              <a:t>Interactive reporting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37360"/>
            <a:ext cx="3429000" cy="3429000"/>
          </a:xfrm>
          <a:prstGeom prst="roundRect">
            <a:avLst/>
          </a:prstGeom>
          <a:solidFill>
            <a:srgbClr val="18263A"/>
          </a:solidFill>
          <a:ln>
            <a:solidFill>
              <a:srgbClr val="2D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8" y="190195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C77A"/>
                </a:solidFill>
                <a:latin typeface="Aptos"/>
              </a:defRPr>
            </a:pPr>
            <a:r>
              <a:t>KABIR GOSWAMI · I026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304288"/>
            <a:ext cx="302666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F4FF"/>
                </a:solidFill>
                <a:latin typeface="Aptos"/>
              </a:defRPr>
            </a:pPr>
            <a:r>
              <a:t>ML notebook</a:t>
            </a:r>
            <a:br/>
            <a:r>
              <a:t>Preprocessing &amp; Random Forest</a:t>
            </a:r>
            <a:br/>
            <a:r>
              <a:t>Evaluation and exports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07899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EF4FF"/>
                </a:solidFill>
                <a:latin typeface="Aptos"/>
              </a:defRPr>
            </a:pPr>
            <a:r>
              <a:rPr dirty="0"/>
              <a:t>Conclusion: </a:t>
            </a:r>
            <a:r>
              <a:rPr lang="en-IN" dirty="0"/>
              <a:t>T</a:t>
            </a:r>
            <a:r>
              <a:rPr dirty="0"/>
              <a:t>he project integrates data cleaning, EDA, a regression baseline and interactive visual analytics. Its next major step is verified two-city data and leakage-aware forecasting.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FB0C7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5D3DF"/>
                </a:solidFill>
                <a:latin typeface="Aptos"/>
              </a:defRPr>
            </a:pPr>
            <a:r>
              <a:t>10 ·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EF4FF"/>
                </a:solidFill>
                <a:latin typeface="Aptos"/>
              </a:defRPr>
            </a:pPr>
            <a:r>
              <a:t>Selected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FB0C7"/>
                </a:solidFill>
                <a:latin typeface="Aptos"/>
              </a:defRPr>
            </a:pPr>
            <a:r>
              <a:t>Background and tools used to frame the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3655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F4FF"/>
                </a:solidFill>
                <a:latin typeface="Aptos"/>
              </a:defRPr>
            </a:pPr>
            <a:r>
              <a:t>1. CPCB — About National Air Quality Index (AQI), official explainer.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56706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5D3DF"/>
                </a:solidFill>
                <a:latin typeface="Aptos"/>
              </a:defRPr>
            </a:pPr>
            <a:r>
              <a:rPr dirty="0"/>
              <a:t>https://www.airquality.cpcb.gov.in/ccr_docs/About_AQI.pdf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311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F4FF"/>
                </a:solidFill>
                <a:latin typeface="Aptos"/>
              </a:defRPr>
            </a:pPr>
            <a:r>
              <a:rPr dirty="0"/>
              <a:t>2. WHO (2021) — Global air quality guidelines for PM, ozone, NO₂, SO₂ and 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15074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5D3DF"/>
                </a:solidFill>
                <a:latin typeface="Aptos"/>
              </a:defRPr>
            </a:pPr>
            <a:r>
              <a:t>https://www.who.int/publications/i/item/9789240034228/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72461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F4FF"/>
                </a:solidFill>
                <a:latin typeface="Aptos"/>
              </a:defRPr>
            </a:pPr>
            <a:r>
              <a:t>3. Méndez, Merayo &amp; Núñez (2023) — Machine learning algorithms to forecast air quality: a survey.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70657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5D3DF"/>
                </a:solidFill>
                <a:latin typeface="Aptos"/>
              </a:defRPr>
            </a:pPr>
            <a:r>
              <a:rPr dirty="0"/>
              <a:t>https://link.springer.com/article/10.1007/s10462-023-10424-4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44977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F4FF"/>
                </a:solidFill>
                <a:latin typeface="Aptos"/>
              </a:defRPr>
            </a:pPr>
            <a:r>
              <a:rPr dirty="0"/>
              <a:t>4. Science of the Total Environment (2025) — Review of machine learning for air-quality prediction and analysis.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49040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5D3DF"/>
                </a:solidFill>
                <a:latin typeface="Aptos"/>
              </a:defRPr>
            </a:pPr>
            <a:r>
              <a:rPr dirty="0"/>
              <a:t>https://www.sciencedirect.com/science/article/pii/S0048969725022338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33749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F4FF"/>
                </a:solidFill>
                <a:latin typeface="Aptos"/>
              </a:defRPr>
            </a:pPr>
            <a:r>
              <a:t>5. Rohan Rao — Air Quality Data in India (2015–2020), Kaggle dataset.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344645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5D3DF"/>
                </a:solidFill>
                <a:latin typeface="Aptos"/>
              </a:defRPr>
            </a:pPr>
            <a:r>
              <a:rPr dirty="0"/>
              <a:t>https://www.kaggle.com/datasets/rohanrao/air-quality-data-in-india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2708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F4FF"/>
                </a:solidFill>
                <a:latin typeface="Aptos"/>
              </a:defRPr>
            </a:pPr>
            <a:r>
              <a:rPr dirty="0"/>
              <a:t>6. scikit-learn — </a:t>
            </a:r>
            <a:r>
              <a:rPr dirty="0" err="1"/>
              <a:t>RandomForestRegressor</a:t>
            </a:r>
            <a:r>
              <a:rPr dirty="0"/>
              <a:t> documentation.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86897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5D3DF"/>
                </a:solidFill>
                <a:latin typeface="Aptos"/>
              </a:defRPr>
            </a:pPr>
            <a:r>
              <a:rPr dirty="0"/>
              <a:t>https://scikit-learn.org/stable/modules/generated/sklearn.ensemble.RandomForestRegressor.html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FB0C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5104EF-D002-C330-DDDB-3254C44C07A0}"/>
              </a:ext>
            </a:extLst>
          </p:cNvPr>
          <p:cNvSpPr txBox="1"/>
          <p:nvPr/>
        </p:nvSpPr>
        <p:spPr>
          <a:xfrm>
            <a:off x="807720" y="5242929"/>
            <a:ext cx="10698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F4FF"/>
                </a:solidFill>
                <a:latin typeface="Aptos"/>
              </a:defRPr>
            </a:pPr>
            <a:r>
              <a:rPr lang="en-IN" dirty="0"/>
              <a:t>7</a:t>
            </a:r>
            <a:r>
              <a:rPr dirty="0"/>
              <a:t>. </a:t>
            </a:r>
            <a:r>
              <a:rPr lang="en-IN" dirty="0"/>
              <a:t>Web Dashboard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230304-2FDD-E939-C3AB-7610CFFE7647}"/>
              </a:ext>
            </a:extLst>
          </p:cNvPr>
          <p:cNvSpPr txBox="1"/>
          <p:nvPr/>
        </p:nvSpPr>
        <p:spPr>
          <a:xfrm>
            <a:off x="1051560" y="5578915"/>
            <a:ext cx="10332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5D3DF"/>
                </a:solidFill>
                <a:latin typeface="Aptos"/>
              </a:defRPr>
            </a:pPr>
            <a:r>
              <a:rPr lang="en-IN" dirty="0"/>
              <a:t>https://app.powerbi.com/view?r=eyJrIjoiZmVhYzA4MzgtZDlhNC00NmMzLWI4NzItNDVlNWViMTkzNWYwIiwidCI6ImQxZjE0MzQ4LWYxYjUtNGEwOS1hYzk5LTdlYmYyMTNjYmM4MSIsImMiOjEwfQ%3D%3D</a:t>
            </a:r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F747AC-82F5-2977-AA98-8F12F2D22371}"/>
              </a:ext>
            </a:extLst>
          </p:cNvPr>
          <p:cNvSpPr txBox="1"/>
          <p:nvPr/>
        </p:nvSpPr>
        <p:spPr>
          <a:xfrm>
            <a:off x="777240" y="5791349"/>
            <a:ext cx="10698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EF4FF"/>
                </a:solidFill>
                <a:latin typeface="Aptos"/>
              </a:defRPr>
            </a:pPr>
            <a:r>
              <a:rPr lang="en-IN" dirty="0"/>
              <a:t>8. </a:t>
            </a:r>
            <a:r>
              <a:rPr lang="en-IN" dirty="0" err="1"/>
              <a:t>Github</a:t>
            </a:r>
            <a:r>
              <a:rPr lang="en-IN" dirty="0"/>
              <a:t> Repo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0C7C85-8253-F294-583F-73278C18D901}"/>
              </a:ext>
            </a:extLst>
          </p:cNvPr>
          <p:cNvSpPr txBox="1"/>
          <p:nvPr/>
        </p:nvSpPr>
        <p:spPr>
          <a:xfrm>
            <a:off x="1051560" y="6102724"/>
            <a:ext cx="10332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5D3DF"/>
                </a:solidFill>
                <a:latin typeface="Aptos"/>
              </a:defRPr>
            </a:pPr>
            <a:r>
              <a:rPr lang="en-IN" dirty="0"/>
              <a:t>https://github.com/shubhamjatania17/DV-Mini-Project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1023</Words>
  <Application>Microsoft Office PowerPoint</Application>
  <PresentationFormat>Widescreen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SHUBHAM JATANIA - 70122500066</cp:lastModifiedBy>
  <cp:revision>7</cp:revision>
  <dcterms:created xsi:type="dcterms:W3CDTF">2013-01-27T09:14:16Z</dcterms:created>
  <dcterms:modified xsi:type="dcterms:W3CDTF">2026-10-28T05:59:49Z</dcterms:modified>
  <cp:category/>
</cp:coreProperties>
</file>